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244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46D11-29D6-46F7-B0B9-42469C5A8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CEAD5-677C-42E5-948E-70E1053E1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CEA06-99BC-4F33-976A-BC9B240E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B0E02-46C4-475C-854A-43744141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6E5E2-B085-43DA-9250-2DDFBDC3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3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5350D-CD70-4038-8609-3D0A308E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2C26B-CE82-4CE0-AF2C-3342D3825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E1117-4031-4AC1-A95D-2D707D6F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F8768-E42D-4456-A86B-EA7876CD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13E4-E6BB-439D-A08A-7C753D61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9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CE3F-FAB8-4A05-A447-7B626020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CB2E4-C21D-404F-8C96-731873D1C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5A223-BB25-4645-B6C1-039317DE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7526C-A702-4736-8CB9-0FF69541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DE3B8-2847-45AA-B23B-04798825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5A30-D07B-44C2-A3FA-97CB22AE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842C-E481-453C-85DB-F10315DCB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131DF-E064-4DB8-AFB6-657C0F723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5AB8A-53AE-4CBB-871F-ABDF33E2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A03C7-718E-42A7-90FD-B267D750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BF0AD-333F-4D6B-864F-47229C60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6427-D9E2-4DE0-A7D9-CF78C8EC2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2417F-7C74-4D58-BD24-FB340468E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2B98B-7BCD-41EF-BC10-7EA7988C7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94EEF-C874-4059-897C-418DB6252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D19FB2-AA42-45B6-BBD8-F5941C527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72F10-63D0-44DE-A79B-41D42F77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A650A-A036-4837-86E6-BABC5170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5C2E6-0B7F-45CE-9235-B3594C62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0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81B5-86B5-4BA0-BBE6-1D67DB7C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C6E63-6BC5-45E3-8851-55C86635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B9227-51AD-4010-B9B2-27523FBA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80498-DB2B-40A0-B166-4E9A11FE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B3599-061E-4595-8C30-A74B72DE2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F5AFF-C770-45BB-BFB3-99E96499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A2843-8C33-41D9-A8DB-9E3DF34A2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02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8109-CEAC-483B-9B3C-04CE68EF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FA201-AA0A-4BA0-A48A-ECBA34108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BA3B0-420C-4627-A869-0E3D7FE5B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F00D8-EBE9-4E0F-9D84-7E1ECBA5E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6A042-7F3A-467E-AF7D-A76D2BD3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8BF99-49F5-49DD-9B85-B6720FDA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6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07E1-0EB0-4593-8D6D-DD8553B0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0C33E-27C4-4663-AB73-AF25CEC73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16E00-1EF3-4B83-A5D9-BAE5C85B8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5CEC7-F5BC-4EC5-B0C1-D2B1AFE2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99461-B5BD-4897-8FC7-02AF9AA7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4C288-A472-424B-805D-1A70B449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31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C4E9-1E39-4CD6-A996-E5ED8501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3D284-86B8-4D98-8054-45CA34CC7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1D7FD-631D-427A-81C7-E65E3592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8F027-FA0D-4F36-AFE4-7B4C5DE8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269ED-07A2-4F40-B0BA-A6C8116B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4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E57939-37E5-4723-AB63-0FBB9D3AD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682E4-DC30-4B09-B003-2D995202E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8659C-98D6-4B56-B75D-649CC9BE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55545-04C3-40BB-9FD0-C3E4BE1F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C90F-E0C4-4C51-86CE-54819BFE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5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2926C-18C3-49C6-80DF-C51C9CD0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B1E2D-2A7B-4628-9960-D4553AC67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03262-E532-43F5-9BCB-7A8DBC4CE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B7F0F-9CBC-4D4F-A300-58EDDC23587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7F26D-5E87-4929-BA0A-82FC47742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D457A-5AD0-4128-A413-1C4A6B315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62EF1-E1E2-49B4-AD55-AC1D2B83F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56B1-6F0F-43DF-982B-A12BC7239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163" y="75262"/>
            <a:ext cx="9144000" cy="12493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Project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2C1287-65F6-4370-96E1-BC6B0F67F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4589" y="2346036"/>
            <a:ext cx="5737412" cy="17956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Name: Muqaddas Iftikhar - F2022332052</a:t>
            </a:r>
          </a:p>
          <a:p>
            <a:r>
              <a:rPr lang="en-US" dirty="0">
                <a:solidFill>
                  <a:schemeClr val="bg1"/>
                </a:solidFill>
              </a:rPr>
              <a:t>	Abdul Hanan – F2022266730</a:t>
            </a:r>
          </a:p>
          <a:p>
            <a:r>
              <a:rPr lang="en-US" dirty="0">
                <a:solidFill>
                  <a:schemeClr val="bg1"/>
                </a:solidFill>
              </a:rPr>
              <a:t>	Minahil Amjad – F2022332075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9FB21B3-3470-4B23-9C3D-58E1C30BAAF5}"/>
              </a:ext>
            </a:extLst>
          </p:cNvPr>
          <p:cNvSpPr txBox="1">
            <a:spLocks/>
          </p:cNvSpPr>
          <p:nvPr/>
        </p:nvSpPr>
        <p:spPr>
          <a:xfrm>
            <a:off x="6225308" y="5235389"/>
            <a:ext cx="4996872" cy="1622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Advisor:  	Muhammad Tanveer</a:t>
            </a:r>
          </a:p>
          <a:p>
            <a:r>
              <a:rPr lang="en-US" dirty="0">
                <a:solidFill>
                  <a:schemeClr val="bg1"/>
                </a:solidFill>
              </a:rPr>
              <a:t>Co-Advisor:  	Name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2E7D0F-B9A3-4571-AAEF-79DCD473F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3" y="5533374"/>
            <a:ext cx="3466181" cy="124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0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Overview of topic/domain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Domain: </a:t>
            </a:r>
            <a:r>
              <a:rPr lang="en-US" b="1" dirty="0">
                <a:solidFill>
                  <a:schemeClr val="bg1"/>
                </a:solidFill>
              </a:rPr>
              <a:t>Artificial Intelligence in Education</a:t>
            </a:r>
          </a:p>
          <a:p>
            <a:r>
              <a:rPr lang="en-US" dirty="0">
                <a:solidFill>
                  <a:schemeClr val="bg1"/>
                </a:solidFill>
              </a:rPr>
              <a:t>Focus on improving: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Student collaboration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Balanced team formation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Communication &amp; task management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Motivation &amp; engagement</a:t>
            </a:r>
          </a:p>
          <a:p>
            <a:r>
              <a:rPr lang="en-US" dirty="0">
                <a:solidFill>
                  <a:schemeClr val="bg1"/>
                </a:solidFill>
              </a:rPr>
              <a:t>AI used to automate tasks that are usually done manually.</a:t>
            </a:r>
          </a:p>
          <a:p>
            <a:r>
              <a:rPr lang="en-US" dirty="0">
                <a:solidFill>
                  <a:schemeClr val="bg1"/>
                </a:solidFill>
              </a:rPr>
              <a:t>Goal: Enhance learning efficiency &amp; improve overall student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267553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Project Description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University group formation is manual → leads to: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Unbalanced groups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Poor coordination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Communication gaps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Mismanaged tasks</a:t>
            </a:r>
          </a:p>
          <a:p>
            <a:r>
              <a:rPr lang="en-US" dirty="0">
                <a:solidFill>
                  <a:schemeClr val="bg1"/>
                </a:solidFill>
              </a:rPr>
              <a:t>Students struggle with: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Academic guidance outside class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Staying organized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Tracking discussion outcomes</a:t>
            </a:r>
            <a:endParaRPr lang="en-US" dirty="0">
              <a:solidFill>
                <a:schemeClr val="bg1"/>
              </a:solidFill>
              <a:latin typeface="docs-Roboto"/>
            </a:endParaRPr>
          </a:p>
          <a:p>
            <a:r>
              <a:rPr lang="en-US" dirty="0">
                <a:solidFill>
                  <a:schemeClr val="bg1"/>
                </a:solidFill>
              </a:rPr>
              <a:t>Lack of a single tool combining </a:t>
            </a:r>
            <a:r>
              <a:rPr lang="en-US" b="1" dirty="0">
                <a:solidFill>
                  <a:schemeClr val="bg1"/>
                </a:solidFill>
              </a:rPr>
              <a:t>grouping + assistance + summarization + motivation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317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Describe the solution you plan to 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115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Develop an </a:t>
            </a:r>
            <a:r>
              <a:rPr lang="en-US" sz="3200" b="1" dirty="0">
                <a:solidFill>
                  <a:schemeClr val="bg1"/>
                </a:solidFill>
              </a:rPr>
              <a:t>AI-powered desktop application</a:t>
            </a:r>
            <a:r>
              <a:rPr lang="en-US" sz="3200" dirty="0">
                <a:solidFill>
                  <a:schemeClr val="bg1"/>
                </a:solidFill>
              </a:rPr>
              <a:t> that: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Automatically forms </a:t>
            </a:r>
            <a:r>
              <a:rPr lang="en-US" sz="3200" i="1" dirty="0">
                <a:solidFill>
                  <a:schemeClr val="bg1"/>
                </a:solidFill>
              </a:rPr>
              <a:t>optimized &amp; balanced</a:t>
            </a:r>
            <a:r>
              <a:rPr lang="en-US" sz="3200" dirty="0">
                <a:solidFill>
                  <a:schemeClr val="bg1"/>
                </a:solidFill>
              </a:rPr>
              <a:t> student groups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Provides an intelligent </a:t>
            </a:r>
            <a:r>
              <a:rPr lang="en-US" sz="3200" b="1" dirty="0">
                <a:solidFill>
                  <a:schemeClr val="bg1"/>
                </a:solidFill>
              </a:rPr>
              <a:t>AI chatbot</a:t>
            </a:r>
            <a:r>
              <a:rPr lang="en-US" sz="3200" dirty="0">
                <a:solidFill>
                  <a:schemeClr val="bg1"/>
                </a:solidFill>
              </a:rPr>
              <a:t> for academic &amp; motivational help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Summarizes chats into </a:t>
            </a:r>
            <a:r>
              <a:rPr lang="en-US" sz="3200" b="1" dirty="0">
                <a:solidFill>
                  <a:schemeClr val="bg1"/>
                </a:solidFill>
              </a:rPr>
              <a:t>actionable tasks/decisions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Uses </a:t>
            </a:r>
            <a:r>
              <a:rPr lang="en-US" sz="3200" b="1" dirty="0">
                <a:solidFill>
                  <a:schemeClr val="bg1"/>
                </a:solidFill>
              </a:rPr>
              <a:t>gamification</a:t>
            </a:r>
            <a:r>
              <a:rPr lang="en-US" sz="3200" dirty="0">
                <a:solidFill>
                  <a:schemeClr val="bg1"/>
                </a:solidFill>
              </a:rPr>
              <a:t> (points, badges, leaderboard) to boost engagement</a:t>
            </a:r>
          </a:p>
          <a:p>
            <a:r>
              <a:rPr lang="en-US" sz="3200" dirty="0">
                <a:solidFill>
                  <a:schemeClr val="bg1"/>
                </a:solidFill>
              </a:rPr>
              <a:t>Offline, user-friendly Python-based interface</a:t>
            </a:r>
          </a:p>
        </p:txBody>
      </p:sp>
    </p:spTree>
    <p:extLst>
      <p:ext uri="{BB962C8B-B14F-4D97-AF65-F5344CB8AC3E}">
        <p14:creationId xmlns:p14="http://schemas.microsoft.com/office/powerpoint/2010/main" val="241795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Expected results and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Smart desktop application with: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Correctly optimized AI-generated student groups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Helpful, natural AI-based study chatbot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Accurate summaries of chat discussions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Points-based gamification system</a:t>
            </a:r>
          </a:p>
          <a:p>
            <a:r>
              <a:rPr lang="en-US" dirty="0">
                <a:solidFill>
                  <a:schemeClr val="bg1"/>
                </a:solidFill>
              </a:rPr>
              <a:t>Improved: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Collaboration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Learning outcomes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Student engagement</a:t>
            </a:r>
          </a:p>
          <a:p>
            <a:r>
              <a:rPr lang="en-US" dirty="0">
                <a:solidFill>
                  <a:schemeClr val="bg1"/>
                </a:solidFill>
              </a:rPr>
              <a:t>Exportable reports &amp; compatibility scores</a:t>
            </a:r>
          </a:p>
        </p:txBody>
      </p:sp>
    </p:spTree>
    <p:extLst>
      <p:ext uri="{BB962C8B-B14F-4D97-AF65-F5344CB8AC3E}">
        <p14:creationId xmlns:p14="http://schemas.microsoft.com/office/powerpoint/2010/main" val="354234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Functional Requirements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User Profile Management - </a:t>
            </a:r>
            <a:r>
              <a:rPr lang="en-US" dirty="0">
                <a:solidFill>
                  <a:schemeClr val="bg1"/>
                </a:solidFill>
              </a:rPr>
              <a:t>Store and manage basic student profile details.</a:t>
            </a:r>
          </a:p>
          <a:p>
            <a:r>
              <a:rPr lang="en-US" b="1" dirty="0">
                <a:solidFill>
                  <a:schemeClr val="bg1"/>
                </a:solidFill>
              </a:rPr>
              <a:t>Student Grouping Module - </a:t>
            </a:r>
            <a:r>
              <a:rPr lang="en-US" dirty="0">
                <a:solidFill>
                  <a:schemeClr val="bg1"/>
                </a:solidFill>
              </a:rPr>
              <a:t>Generate optimized student groups using AI clustering</a:t>
            </a:r>
          </a:p>
          <a:p>
            <a:r>
              <a:rPr lang="en-US" b="1" dirty="0">
                <a:solidFill>
                  <a:schemeClr val="bg1"/>
                </a:solidFill>
              </a:rPr>
              <a:t>AI Chatbot - </a:t>
            </a:r>
            <a:r>
              <a:rPr lang="en-US" dirty="0">
                <a:solidFill>
                  <a:schemeClr val="bg1"/>
                </a:solidFill>
              </a:rPr>
              <a:t>Provide academic and motivational responses using AI.</a:t>
            </a:r>
          </a:p>
          <a:p>
            <a:r>
              <a:rPr lang="en-US" b="1" dirty="0">
                <a:solidFill>
                  <a:schemeClr val="bg1"/>
                </a:solidFill>
              </a:rPr>
              <a:t>Chat Summarizer - </a:t>
            </a:r>
            <a:r>
              <a:rPr lang="en-US" dirty="0">
                <a:solidFill>
                  <a:schemeClr val="bg1"/>
                </a:solidFill>
              </a:rPr>
              <a:t>Convert chat logs into a short summary with key points.</a:t>
            </a:r>
          </a:p>
          <a:p>
            <a:r>
              <a:rPr lang="en-US" b="1" dirty="0">
                <a:solidFill>
                  <a:schemeClr val="bg1"/>
                </a:solidFill>
              </a:rPr>
              <a:t>Gamification - </a:t>
            </a:r>
            <a:r>
              <a:rPr lang="en-US" dirty="0">
                <a:solidFill>
                  <a:schemeClr val="bg1"/>
                </a:solidFill>
              </a:rPr>
              <a:t>Award points, badges, and maintain a leaderboard.</a:t>
            </a:r>
          </a:p>
          <a:p>
            <a:r>
              <a:rPr lang="en-US" b="1" dirty="0">
                <a:solidFill>
                  <a:schemeClr val="bg1"/>
                </a:solidFill>
              </a:rPr>
              <a:t>Data Handling -</a:t>
            </a:r>
            <a:r>
              <a:rPr lang="en-US" dirty="0">
                <a:solidFill>
                  <a:schemeClr val="bg1"/>
                </a:solidFill>
              </a:rPr>
              <a:t> Save and load data using CSV and JSON files.</a:t>
            </a:r>
          </a:p>
          <a:p>
            <a:r>
              <a:rPr lang="en-US" b="1" dirty="0">
                <a:solidFill>
                  <a:schemeClr val="bg1"/>
                </a:solidFill>
              </a:rPr>
              <a:t>Desktop UI - </a:t>
            </a:r>
            <a:r>
              <a:rPr lang="en-US" dirty="0">
                <a:solidFill>
                  <a:schemeClr val="bg1"/>
                </a:solidFill>
              </a:rPr>
              <a:t>Offer a simple, clean, and user-friendly application interface.</a:t>
            </a:r>
          </a:p>
          <a:p>
            <a:r>
              <a:rPr lang="en-US" b="1" dirty="0">
                <a:solidFill>
                  <a:schemeClr val="bg1"/>
                </a:solidFill>
              </a:rPr>
              <a:t>Reliability - </a:t>
            </a:r>
            <a:r>
              <a:rPr lang="en-US" dirty="0">
                <a:solidFill>
                  <a:schemeClr val="bg1"/>
                </a:solidFill>
              </a:rPr>
              <a:t>The system should run smoothly without crashes or data loss.</a:t>
            </a:r>
          </a:p>
          <a:p>
            <a:r>
              <a:rPr lang="en-US" b="1" dirty="0">
                <a:solidFill>
                  <a:schemeClr val="bg1"/>
                </a:solidFill>
              </a:rPr>
              <a:t>Compatibility - </a:t>
            </a:r>
            <a:r>
              <a:rPr lang="en-US" dirty="0">
                <a:solidFill>
                  <a:schemeClr val="bg1"/>
                </a:solidFill>
              </a:rPr>
              <a:t>The system should work on standard Windows desktops with Python.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252F06E-77B3-5E26-0D1F-58459BED5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 group discussions into tasks, decisions, and deadlines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25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Artificial intelligence related functionalities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718"/>
            <a:ext cx="10515600" cy="4581245"/>
          </a:xfrm>
        </p:spPr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AI Grouping:</a:t>
            </a:r>
            <a:r>
              <a:rPr lang="en-US" dirty="0">
                <a:solidFill>
                  <a:schemeClr val="bg1"/>
                </a:solidFill>
              </a:rPr>
              <a:t> Clustering + similarity scoring to form balanced groups</a:t>
            </a:r>
          </a:p>
          <a:p>
            <a:r>
              <a:rPr lang="en-US" b="1" dirty="0">
                <a:solidFill>
                  <a:schemeClr val="bg1"/>
                </a:solidFill>
              </a:rPr>
              <a:t>AI Chatbot:</a:t>
            </a:r>
            <a:r>
              <a:rPr lang="en-US" dirty="0">
                <a:solidFill>
                  <a:schemeClr val="bg1"/>
                </a:solidFill>
              </a:rPr>
              <a:t> Academic &amp; motivational support using embeddings/transformers</a:t>
            </a:r>
          </a:p>
          <a:p>
            <a:r>
              <a:rPr lang="en-US" b="1" dirty="0">
                <a:solidFill>
                  <a:schemeClr val="bg1"/>
                </a:solidFill>
              </a:rPr>
              <a:t>Chat Summarizer:</a:t>
            </a:r>
            <a:r>
              <a:rPr lang="en-US" dirty="0">
                <a:solidFill>
                  <a:schemeClr val="bg1"/>
                </a:solidFill>
              </a:rPr>
              <a:t> NLP-based summaries extracting tasks &amp; decisions</a:t>
            </a:r>
          </a:p>
          <a:p>
            <a:r>
              <a:rPr lang="en-US" b="1" dirty="0">
                <a:solidFill>
                  <a:schemeClr val="bg1"/>
                </a:solidFill>
              </a:rPr>
              <a:t>Gamification:</a:t>
            </a:r>
            <a:r>
              <a:rPr lang="en-US" dirty="0">
                <a:solidFill>
                  <a:schemeClr val="bg1"/>
                </a:solidFill>
              </a:rPr>
              <a:t> Points, badges, streaks &amp; performance tracking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04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Research related Projects  Features/ Requirements/ Objectives (Tentative)  (Optional )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Investigate AI’s impact on collaboration, learning efficiency &amp; engagement</a:t>
            </a:r>
          </a:p>
          <a:p>
            <a:r>
              <a:rPr lang="en-US" dirty="0">
                <a:solidFill>
                  <a:schemeClr val="bg1"/>
                </a:solidFill>
              </a:rPr>
              <a:t>Compare AI grouping vs. manual grouping</a:t>
            </a:r>
          </a:p>
          <a:p>
            <a:r>
              <a:rPr lang="en-US" dirty="0">
                <a:solidFill>
                  <a:schemeClr val="bg1"/>
                </a:solidFill>
              </a:rPr>
              <a:t>Evaluate chatbot’s effect on participation &amp; problem-solving</a:t>
            </a:r>
          </a:p>
          <a:p>
            <a:r>
              <a:rPr lang="en-US" dirty="0">
                <a:solidFill>
                  <a:schemeClr val="bg1"/>
                </a:solidFill>
              </a:rPr>
              <a:t>Measure if summarization reduces effort &amp; improves accuracy</a:t>
            </a:r>
          </a:p>
          <a:p>
            <a:r>
              <a:rPr lang="en-US" dirty="0">
                <a:solidFill>
                  <a:schemeClr val="bg1"/>
                </a:solidFill>
              </a:rPr>
              <a:t>Assess gamification’s role in motivation &amp; consistency</a:t>
            </a:r>
          </a:p>
          <a:p>
            <a:r>
              <a:rPr lang="en-US" dirty="0">
                <a:solidFill>
                  <a:schemeClr val="bg1"/>
                </a:solidFill>
              </a:rPr>
              <a:t>Collect key metrics: compatibility scores, task completion, chatbot effectiveness &amp; engagement levels</a:t>
            </a:r>
          </a:p>
        </p:txBody>
      </p:sp>
    </p:spTree>
    <p:extLst>
      <p:ext uri="{BB962C8B-B14F-4D97-AF65-F5344CB8AC3E}">
        <p14:creationId xmlns:p14="http://schemas.microsoft.com/office/powerpoint/2010/main" val="1611739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Target Users/Beneficiaries of the Proposed System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Primary Users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University &amp; college students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Benefits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Better collaboration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Easy academic support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Automatic task tracking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Increased motivation through gamification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Indirect Beneficiaries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Universities: Improved structured learning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Society: Encourages AI literacy &amp; teamwork culture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889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Technologies (Tentative Listing)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</a:rPr>
              <a:t>Programming Language </a:t>
            </a:r>
            <a:r>
              <a:rPr lang="en-US" dirty="0">
                <a:solidFill>
                  <a:schemeClr val="bg1"/>
                </a:solidFill>
              </a:rPr>
              <a:t>– Python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</a:rPr>
              <a:t>GUI</a:t>
            </a:r>
            <a:r>
              <a:rPr lang="en-US" dirty="0">
                <a:solidFill>
                  <a:schemeClr val="bg1"/>
                </a:solidFill>
              </a:rPr>
              <a:t> – </a:t>
            </a:r>
            <a:r>
              <a:rPr lang="en-US" dirty="0" err="1">
                <a:solidFill>
                  <a:schemeClr val="bg1"/>
                </a:solidFill>
              </a:rPr>
              <a:t>CustomTkinter</a:t>
            </a:r>
            <a:r>
              <a:rPr lang="en-US" dirty="0">
                <a:solidFill>
                  <a:schemeClr val="bg1"/>
                </a:solidFill>
              </a:rPr>
              <a:t>, PyQt5/6 (Optional)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</a:rPr>
              <a:t>AI / ML - </a:t>
            </a:r>
            <a:r>
              <a:rPr lang="en-US" dirty="0">
                <a:solidFill>
                  <a:schemeClr val="bg1"/>
                </a:solidFill>
              </a:rPr>
              <a:t>Scikit-Learn (clustering), </a:t>
            </a:r>
            <a:r>
              <a:rPr lang="en-US" dirty="0" err="1">
                <a:solidFill>
                  <a:schemeClr val="bg1"/>
                </a:solidFill>
              </a:rPr>
              <a:t>SentenceTransformers</a:t>
            </a:r>
            <a:r>
              <a:rPr lang="en-US" dirty="0">
                <a:solidFill>
                  <a:schemeClr val="bg1"/>
                </a:solidFill>
              </a:rPr>
              <a:t> / SBERT, NLTK / </a:t>
            </a:r>
            <a:r>
              <a:rPr lang="en-US" dirty="0" err="1">
                <a:solidFill>
                  <a:schemeClr val="bg1"/>
                </a:solidFill>
              </a:rPr>
              <a:t>SpaCy</a:t>
            </a:r>
            <a:r>
              <a:rPr lang="en-US" dirty="0">
                <a:solidFill>
                  <a:schemeClr val="bg1"/>
                </a:solidFill>
              </a:rPr>
              <a:t> (NLP), </a:t>
            </a:r>
            <a:r>
              <a:rPr lang="en-US" dirty="0" err="1">
                <a:solidFill>
                  <a:schemeClr val="bg1"/>
                </a:solidFill>
              </a:rPr>
              <a:t>HuggingFace</a:t>
            </a:r>
            <a:r>
              <a:rPr lang="en-US" dirty="0">
                <a:solidFill>
                  <a:schemeClr val="bg1"/>
                </a:solidFill>
              </a:rPr>
              <a:t> Transformers (optional)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</a:rPr>
              <a:t>Visualization – </a:t>
            </a:r>
            <a:r>
              <a:rPr lang="en-US" dirty="0">
                <a:solidFill>
                  <a:schemeClr val="bg1"/>
                </a:solidFill>
              </a:rPr>
              <a:t>Matplotlib, Seaborn (optional)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</a:rPr>
              <a:t>Storage – </a:t>
            </a:r>
            <a:r>
              <a:rPr lang="en-US" dirty="0">
                <a:solidFill>
                  <a:schemeClr val="bg1"/>
                </a:solidFill>
              </a:rPr>
              <a:t>JSON, CSV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</a:rPr>
              <a:t>Tools - </a:t>
            </a:r>
            <a:r>
              <a:rPr lang="en-US" dirty="0">
                <a:solidFill>
                  <a:schemeClr val="bg1"/>
                </a:solidFill>
              </a:rPr>
              <a:t>VS Code, Google </a:t>
            </a:r>
            <a:r>
              <a:rPr lang="en-US" dirty="0" err="1">
                <a:solidFill>
                  <a:schemeClr val="bg1"/>
                </a:solidFill>
              </a:rPr>
              <a:t>Colab</a:t>
            </a:r>
            <a:r>
              <a:rPr lang="en-US" dirty="0">
                <a:solidFill>
                  <a:schemeClr val="bg1"/>
                </a:solidFill>
              </a:rPr>
              <a:t> (model testing), Figma / Canva (UI mockups)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16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Cloud Platform</a:t>
            </a:r>
            <a:endParaRPr lang="en-US" b="0" i="0" dirty="0">
              <a:solidFill>
                <a:schemeClr val="bg1"/>
              </a:solidFill>
              <a:effectLst/>
              <a:latin typeface="docs-Roboto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Application is fully desktop-based → no cloud backend required</a:t>
            </a:r>
          </a:p>
          <a:p>
            <a:r>
              <a:rPr lang="en-US" dirty="0">
                <a:solidFill>
                  <a:schemeClr val="bg1"/>
                </a:solidFill>
              </a:rPr>
              <a:t>Cloud is used </a:t>
            </a:r>
            <a:r>
              <a:rPr lang="en-US" b="1" dirty="0">
                <a:solidFill>
                  <a:schemeClr val="bg1"/>
                </a:solidFill>
              </a:rPr>
              <a:t>only for distribution of .exe file</a:t>
            </a:r>
          </a:p>
          <a:p>
            <a:r>
              <a:rPr lang="en-US" dirty="0">
                <a:solidFill>
                  <a:schemeClr val="bg1"/>
                </a:solidFill>
              </a:rPr>
              <a:t>Platforms to be used: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GitHub Releases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AWS S3 / Azure Blob / Google Cloud Storage</a:t>
            </a:r>
          </a:p>
          <a:p>
            <a:r>
              <a:rPr lang="en-US" dirty="0">
                <a:solidFill>
                  <a:schemeClr val="bg1"/>
                </a:solidFill>
              </a:rPr>
              <a:t>Benefits: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Easy access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Version control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Reliable hosting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5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BF9-45D1-434A-90D6-B20502ED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docs-Roboto"/>
              </a:rPr>
              <a:t>C</a:t>
            </a:r>
            <a:r>
              <a:rPr lang="en-US" b="0" i="0" dirty="0">
                <a:solidFill>
                  <a:schemeClr val="bg1"/>
                </a:solidFill>
                <a:effectLst/>
                <a:latin typeface="docs-Roboto"/>
              </a:rPr>
              <a:t>ompetitors/ Related Products or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F1EE-2B5E-4766-8061-9CE6AFD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StudyBuddy</a:t>
            </a:r>
            <a:r>
              <a:rPr lang="en-US" dirty="0">
                <a:solidFill>
                  <a:schemeClr val="bg1"/>
                </a:solidFill>
              </a:rPr>
              <a:t> apps (group communication only)</a:t>
            </a:r>
          </a:p>
          <a:p>
            <a:r>
              <a:rPr lang="en-US" dirty="0">
                <a:solidFill>
                  <a:schemeClr val="bg1"/>
                </a:solidFill>
              </a:rPr>
              <a:t>Google Classroom (task management, no AI grouping/chatbot)</a:t>
            </a:r>
          </a:p>
          <a:p>
            <a:r>
              <a:rPr lang="en-US" dirty="0">
                <a:solidFill>
                  <a:schemeClr val="bg1"/>
                </a:solidFill>
              </a:rPr>
              <a:t>Trello / Notion (organization tools, not education-focused)</a:t>
            </a:r>
          </a:p>
          <a:p>
            <a:r>
              <a:rPr lang="en-US" dirty="0">
                <a:solidFill>
                  <a:schemeClr val="bg1"/>
                </a:solidFill>
              </a:rPr>
              <a:t>AI chatbots (general-purpose, not student-specific)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Our Competitive Edge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Combines </a:t>
            </a:r>
            <a:r>
              <a:rPr lang="en-US" b="1" dirty="0">
                <a:solidFill>
                  <a:schemeClr val="bg1"/>
                </a:solidFill>
              </a:rPr>
              <a:t>grouping + chatbot + summarization + gamification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Fully offline desktop app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Education-specific AI modules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25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676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docs-Roboto</vt:lpstr>
      <vt:lpstr>Office Theme</vt:lpstr>
      <vt:lpstr>Project Name</vt:lpstr>
      <vt:lpstr>Overview of topic/domain</vt:lpstr>
      <vt:lpstr>Project Description</vt:lpstr>
      <vt:lpstr>Describe the solution you plan to explore</vt:lpstr>
      <vt:lpstr>Expected results and product</vt:lpstr>
      <vt:lpstr>Functional Requirements</vt:lpstr>
      <vt:lpstr>Artificial intelligence related functionalities</vt:lpstr>
      <vt:lpstr>Research related Projects  Features/ Requirements/ Objectives (Tentative)  (Optional )</vt:lpstr>
      <vt:lpstr>Target Users/Beneficiaries of the Proposed System</vt:lpstr>
      <vt:lpstr>Technologies (Tentative Listing)</vt:lpstr>
      <vt:lpstr>Cloud Platform</vt:lpstr>
      <vt:lpstr>Competitors/ Related Products or Projects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creator>Muhammad Asif Subhani</dc:creator>
  <cp:lastModifiedBy>Mehroo Iftikhar</cp:lastModifiedBy>
  <cp:revision>8</cp:revision>
  <dcterms:created xsi:type="dcterms:W3CDTF">2024-12-14T12:16:09Z</dcterms:created>
  <dcterms:modified xsi:type="dcterms:W3CDTF">2025-11-16T18:24:16Z</dcterms:modified>
</cp:coreProperties>
</file>